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60" r:id="rId5"/>
    <p:sldId id="259" r:id="rId6"/>
    <p:sldId id="267" r:id="rId7"/>
    <p:sldId id="268" r:id="rId8"/>
    <p:sldId id="269" r:id="rId9"/>
    <p:sldId id="262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3" autoAdjust="0"/>
    <p:restoredTop sz="94740"/>
  </p:normalViewPr>
  <p:slideViewPr>
    <p:cSldViewPr>
      <p:cViewPr varScale="1">
        <p:scale>
          <a:sx n="59" d="100"/>
          <a:sy n="59" d="100"/>
        </p:scale>
        <p:origin x="216" y="216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4/28/26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4/28/26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4/28/26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4/28/26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4/28/26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4/28/26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4/28/26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4/28/26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4/28/26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4/28/26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shifaappointmentduluth@icnarelief.org%20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lion.health/categories/patient-scheduling/products" TargetMode="External"/><Relationship Id="rId2" Type="http://schemas.openxmlformats.org/officeDocument/2006/relationships/hyperlink" Target="https://www.voiceoc.com/blogs/ai-patient-scheduling-for-busy-clinics-hospitals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linkedin.com/pulse/how-conversational-ai-cuts-patient-wait-times-47-healthcare-teams-scvqc" TargetMode="External"/><Relationship Id="rId4" Type="http://schemas.openxmlformats.org/officeDocument/2006/relationships/hyperlink" Target="https://www.fabrichealth.com/asynchronous-care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tellai.com/blog/how-to-set-up-ai-patient-appointment-scheduling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Patient Scheduling at Shifa Clinic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7620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Abrar Chaudhry, MD</a:t>
            </a:r>
          </a:p>
          <a:p>
            <a:pPr>
              <a:lnSpc>
                <a:spcPct val="120000"/>
              </a:lnSpc>
            </a:pPr>
            <a:r>
              <a:rPr lang="en-US" sz="1500" dirty="0">
                <a:solidFill>
                  <a:schemeClr val="tx1"/>
                </a:solidFill>
              </a:rPr>
              <a:t>Medical director Shifa Clinic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799"/>
            <a:ext cx="9601200" cy="45720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Patient calls Shifa Clinic Phone: 770-300-0067 requests an appointment.</a:t>
            </a:r>
          </a:p>
          <a:p>
            <a:pPr lvl="0"/>
            <a:r>
              <a:rPr lang="en-US" dirty="0"/>
              <a:t>They are asked to email their request to </a:t>
            </a:r>
            <a:r>
              <a:rPr lang="en-US" u="sng" dirty="0">
                <a:hlinkClick r:id="rId2"/>
              </a:rPr>
              <a:t>shifaappointmentduluth@icnarelief.org</a:t>
            </a:r>
            <a:endParaRPr lang="en-US" dirty="0"/>
          </a:p>
          <a:p>
            <a:pPr lvl="0"/>
            <a:r>
              <a:rPr lang="en-US" dirty="0"/>
              <a:t>Volunteer checks email request and logs them in excel manually</a:t>
            </a:r>
          </a:p>
          <a:p>
            <a:pPr lvl="0"/>
            <a:r>
              <a:rPr lang="en-US" dirty="0"/>
              <a:t>Provider confirms availability 1-2 weeks in advance</a:t>
            </a:r>
          </a:p>
          <a:p>
            <a:pPr lvl="0"/>
            <a:r>
              <a:rPr lang="en-US" dirty="0"/>
              <a:t>1-2 days before scheduled appointment, a volunteer calls the patient for availability and confirms their appointment.</a:t>
            </a:r>
          </a:p>
          <a:p>
            <a:r>
              <a:rPr lang="en-US" dirty="0"/>
              <a:t>Once confirmed, patient’s info is placed in Athena EMR for that specific provider.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Shifa Clinic Days, Locations, Hours &amp; Census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94F55-33C8-196F-D99F-2977F51BF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Shifa Clinic Duluth.</a:t>
            </a:r>
            <a:r>
              <a:rPr lang="en-US" dirty="0"/>
              <a:t> Every Thursday and Saturday 10am to 2pm</a:t>
            </a:r>
          </a:p>
          <a:p>
            <a:pPr marL="0" indent="0">
              <a:buNone/>
            </a:pPr>
            <a:r>
              <a:rPr lang="en-US" dirty="0"/>
              <a:t>    Address: 3650 Savannah Pl Dr, Duluth, GA 30096</a:t>
            </a:r>
          </a:p>
          <a:p>
            <a:pPr lvl="0"/>
            <a:r>
              <a:rPr lang="en-US" b="1" dirty="0"/>
              <a:t>Shifa Clinic Decatur.</a:t>
            </a:r>
            <a:r>
              <a:rPr lang="en-US" dirty="0"/>
              <a:t> Every Sunday 10am to 2pm</a:t>
            </a:r>
          </a:p>
          <a:p>
            <a:pPr marL="0" indent="0">
              <a:buNone/>
            </a:pPr>
            <a:r>
              <a:rPr lang="en-US" dirty="0"/>
              <a:t>   Address: 4773 Memorial Dr, Decatur, GA 30032</a:t>
            </a:r>
          </a:p>
          <a:p>
            <a:pPr lvl="0"/>
            <a:r>
              <a:rPr lang="en-US" b="1" dirty="0"/>
              <a:t>Total Census</a:t>
            </a:r>
            <a:r>
              <a:rPr lang="en-US" dirty="0"/>
              <a:t> per week ~</a:t>
            </a:r>
            <a:r>
              <a:rPr lang="en-US" b="1" dirty="0"/>
              <a:t>35-50 </a:t>
            </a:r>
            <a:r>
              <a:rPr lang="en-US" dirty="0"/>
              <a:t>patients</a:t>
            </a:r>
          </a:p>
          <a:p>
            <a:pPr marL="0" lvl="0" indent="0">
              <a:buNone/>
            </a:pPr>
            <a:r>
              <a:rPr lang="en-US" dirty="0"/>
              <a:t>    Thursday and Sunday 8-12 patients</a:t>
            </a:r>
          </a:p>
          <a:p>
            <a:pPr marL="0" lvl="0" indent="0">
              <a:buNone/>
            </a:pPr>
            <a:r>
              <a:rPr lang="en-US" dirty="0"/>
              <a:t>    Saturdays 20-30 patients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Clinics/Specialties: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8915400" cy="4575176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Primary Care Clinic</a:t>
            </a:r>
          </a:p>
          <a:p>
            <a:pPr lvl="0"/>
            <a:r>
              <a:rPr lang="en-US" dirty="0"/>
              <a:t>Cardiology Clinic</a:t>
            </a:r>
          </a:p>
          <a:p>
            <a:pPr lvl="0"/>
            <a:r>
              <a:rPr lang="en-US" dirty="0"/>
              <a:t>Neurology Clinic</a:t>
            </a:r>
          </a:p>
          <a:p>
            <a:pPr lvl="0"/>
            <a:r>
              <a:rPr lang="en-US" dirty="0"/>
              <a:t>Orthopedics Clinic</a:t>
            </a:r>
          </a:p>
          <a:p>
            <a:pPr lvl="0"/>
            <a:r>
              <a:rPr lang="en-US" dirty="0"/>
              <a:t>Women’s Clinic</a:t>
            </a:r>
          </a:p>
          <a:p>
            <a:pPr lvl="0"/>
            <a:r>
              <a:rPr lang="en-US" dirty="0"/>
              <a:t>Pain Clinic</a:t>
            </a:r>
          </a:p>
          <a:p>
            <a:pPr lvl="0"/>
            <a:r>
              <a:rPr lang="en-US" dirty="0"/>
              <a:t>Psychiatry Clinic</a:t>
            </a:r>
          </a:p>
          <a:p>
            <a:pPr lvl="0"/>
            <a:r>
              <a:rPr lang="en-US" dirty="0"/>
              <a:t>Rheumatology Clinic</a:t>
            </a:r>
          </a:p>
          <a:p>
            <a:pPr lvl="0"/>
            <a:r>
              <a:rPr lang="en-US" dirty="0"/>
              <a:t>In-house Ultrasound</a:t>
            </a:r>
          </a:p>
          <a:p>
            <a:pPr lvl="0"/>
            <a:r>
              <a:rPr lang="en-US" dirty="0"/>
              <a:t>In-house Transthoracic Echocardiogram.</a:t>
            </a:r>
          </a:p>
        </p:txBody>
      </p:sp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Issues/Problems: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8686800" cy="457517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Unpredictable and inconsistent provider schedules</a:t>
            </a:r>
          </a:p>
          <a:p>
            <a:pPr lvl="0"/>
            <a:r>
              <a:rPr lang="en-US" dirty="0"/>
              <a:t>Provider confirmation 1-2 weeks prior to the clinic day</a:t>
            </a:r>
          </a:p>
          <a:p>
            <a:pPr lvl="0"/>
            <a:r>
              <a:rPr lang="en-US" dirty="0"/>
              <a:t>Availability once a month on random days.</a:t>
            </a:r>
          </a:p>
          <a:p>
            <a:pPr lvl="0"/>
            <a:r>
              <a:rPr lang="en-US" dirty="0"/>
              <a:t>Last minute availability changes/cancelations</a:t>
            </a:r>
          </a:p>
          <a:p>
            <a:pPr lvl="0"/>
            <a:r>
              <a:rPr lang="en-US" dirty="0"/>
              <a:t>Emails gets missed, accessed by multiple volunteers</a:t>
            </a:r>
          </a:p>
        </p:txBody>
      </p:sp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FE58-1C4D-260C-1201-99DC2DCC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Issues/Problems: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76480-34CD-D0BE-F411-8BF2BDB5B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25625"/>
            <a:ext cx="8915400" cy="4498976"/>
          </a:xfrm>
        </p:spPr>
        <p:txBody>
          <a:bodyPr/>
          <a:lstStyle/>
          <a:p>
            <a:pPr lvl="0"/>
            <a:r>
              <a:rPr lang="en-US" dirty="0"/>
              <a:t>Manual data entry errors</a:t>
            </a:r>
          </a:p>
          <a:p>
            <a:pPr lvl="0"/>
            <a:r>
              <a:rPr lang="en-US" dirty="0"/>
              <a:t>Missed/Duplicate email requests</a:t>
            </a:r>
          </a:p>
          <a:p>
            <a:pPr lvl="0"/>
            <a:r>
              <a:rPr lang="en-US" dirty="0"/>
              <a:t>Appointment cancelation calls/emails</a:t>
            </a:r>
          </a:p>
          <a:p>
            <a:pPr lvl="0"/>
            <a:r>
              <a:rPr lang="en-US" dirty="0"/>
              <a:t>Due to above mentioned issues, we cannot directly schedule appointments in Athena EMR</a:t>
            </a:r>
          </a:p>
          <a:p>
            <a:pPr lvl="0"/>
            <a:r>
              <a:rPr lang="en-US" dirty="0"/>
              <a:t>Currently we have no centralized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76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D6CC1-983B-2139-724A-7659FE6E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To seek pleasure of Allah SWT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B6886-4555-82E1-B2A6-EFF35838C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9372600" cy="4575175"/>
          </a:xfrm>
        </p:spPr>
        <p:txBody>
          <a:bodyPr/>
          <a:lstStyle/>
          <a:p>
            <a:r>
              <a:rPr lang="en-US" dirty="0"/>
              <a:t>Use our Jamaat’s talent and resources</a:t>
            </a:r>
          </a:p>
          <a:p>
            <a:r>
              <a:rPr lang="en-US" dirty="0"/>
              <a:t>Create an inhouse system </a:t>
            </a:r>
          </a:p>
          <a:p>
            <a:r>
              <a:rPr lang="en-US" dirty="0"/>
              <a:t>Standardize and Centralize intake request process</a:t>
            </a:r>
          </a:p>
          <a:p>
            <a:r>
              <a:rPr lang="en-US" dirty="0"/>
              <a:t>Improve scheduling efficiency</a:t>
            </a:r>
          </a:p>
          <a:p>
            <a:r>
              <a:rPr lang="en-US" dirty="0"/>
              <a:t>Reduce volunteer workload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1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1C3C-BE77-5A6A-7B43-1F30FA995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Proposed/Requested Solutions: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A7014-AEC2-7365-90B6-B53FB0BC13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9829800" cy="457517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AI voice agent conversation that logs patient’s appointment request in “database.” Natural language processing, understanding if patient needs appointment for PCP vs neurology.</a:t>
            </a:r>
          </a:p>
          <a:p>
            <a:pPr lvl="0"/>
            <a:r>
              <a:rPr lang="en-US" dirty="0"/>
              <a:t>Chatbot conversation that logs patient’s appointment request in “database.”</a:t>
            </a:r>
          </a:p>
          <a:p>
            <a:pPr lvl="0"/>
            <a:r>
              <a:rPr lang="en-US" dirty="0"/>
              <a:t>AI Agents, Portals and other solutions are not available for free.</a:t>
            </a:r>
          </a:p>
          <a:p>
            <a:pPr lvl="0"/>
            <a:r>
              <a:rPr lang="en-US" dirty="0"/>
              <a:t>Google Forms, defined fields, filled out by patients or volunteers.</a:t>
            </a:r>
          </a:p>
          <a:p>
            <a:pPr lvl="0"/>
            <a:r>
              <a:rPr lang="en-US" dirty="0"/>
              <a:t>Any other proposed solutions by you?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7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AI-Powered "Request-Only" Portals</a:t>
            </a:r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0072" y="1752600"/>
            <a:ext cx="10684727" cy="3810033"/>
          </a:xfrm>
        </p:spPr>
        <p:txBody>
          <a:bodyPr/>
          <a:lstStyle/>
          <a:p>
            <a:r>
              <a:rPr lang="en-US" b="1" dirty="0"/>
              <a:t>Asynchronous Booking</a:t>
            </a:r>
            <a:r>
              <a:rPr lang="en-US" dirty="0"/>
              <a:t>: Patients use a </a:t>
            </a:r>
            <a:r>
              <a:rPr lang="en-US" u="sng" dirty="0">
                <a:hlinkClick r:id="rId2"/>
              </a:rPr>
              <a:t>conversational AI</a:t>
            </a:r>
            <a:r>
              <a:rPr lang="en-US" dirty="0"/>
              <a:t> (like </a:t>
            </a:r>
            <a:r>
              <a:rPr lang="en-US" b="1" dirty="0" err="1"/>
              <a:t>Voiceoc</a:t>
            </a:r>
            <a:r>
              <a:rPr lang="en-US" dirty="0"/>
              <a:t> or </a:t>
            </a:r>
            <a:r>
              <a:rPr lang="en-US" b="1" dirty="0" err="1"/>
              <a:t>Interactly.ai</a:t>
            </a:r>
            <a:r>
              <a:rPr lang="en-US" dirty="0"/>
              <a:t>) to submit their symptoms and preferred times. The AI does not book a slot; instead, it </a:t>
            </a:r>
            <a:r>
              <a:rPr lang="en-US" u="sng" dirty="0">
                <a:hlinkClick r:id="rId3"/>
              </a:rPr>
              <a:t>creates a "request" or "case"</a:t>
            </a:r>
            <a:r>
              <a:rPr lang="en-US" dirty="0"/>
              <a:t> in your dashboard for staff to approve once provider availability is confirmed.</a:t>
            </a:r>
          </a:p>
          <a:p>
            <a:r>
              <a:rPr lang="en-US" b="1" dirty="0"/>
              <a:t>Clinical Triage</a:t>
            </a:r>
            <a:r>
              <a:rPr lang="en-US" dirty="0"/>
              <a:t>: Systems like </a:t>
            </a:r>
            <a:r>
              <a:rPr lang="en-US" u="sng" dirty="0">
                <a:hlinkClick r:id="rId4"/>
              </a:rPr>
              <a:t>Fabric Health</a:t>
            </a:r>
            <a:r>
              <a:rPr lang="en-US" dirty="0"/>
              <a:t> or </a:t>
            </a:r>
            <a:r>
              <a:rPr lang="en-US" dirty="0" err="1"/>
              <a:t>Clearstep</a:t>
            </a:r>
            <a:r>
              <a:rPr lang="en-US" dirty="0"/>
              <a:t> can perform </a:t>
            </a:r>
            <a:r>
              <a:rPr lang="en-US" u="sng" dirty="0">
                <a:hlinkClick r:id="rId5"/>
              </a:rPr>
              <a:t>AI triage</a:t>
            </a:r>
            <a:r>
              <a:rPr lang="en-US" dirty="0"/>
              <a:t> during the request phase.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A1B7-02F7-5CF3-1E47-E78B3329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 Medical Receptionists (Phone-to-Waitlist)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853BC-2CEA-8C49-E45A-B597AA461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10591800" cy="4575175"/>
          </a:xfrm>
        </p:spPr>
        <p:txBody>
          <a:bodyPr/>
          <a:lstStyle/>
          <a:p>
            <a:r>
              <a:rPr lang="en-US" b="1" dirty="0"/>
              <a:t>24/7 Intake</a:t>
            </a:r>
            <a:r>
              <a:rPr lang="en-US" dirty="0"/>
              <a:t>: AI agents (e.g., Assort Health or </a:t>
            </a:r>
            <a:r>
              <a:rPr lang="en-US" u="sng" dirty="0">
                <a:hlinkClick r:id="rId2"/>
              </a:rPr>
              <a:t>Retell AI</a:t>
            </a:r>
            <a:r>
              <a:rPr lang="en-US" dirty="0"/>
              <a:t>) can answer calls, gather patient demographics, reason for appointment, and manually "push" that data into your “database.”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67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2AE6-FEB2-8881-07D8-9AB8B727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“Light AI” Without Paying for Platforms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D59CE-48AE-6B33-99B0-DE1D89E23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8382000" cy="45751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Use: Free Chatbot Intake</a:t>
            </a:r>
          </a:p>
          <a:p>
            <a:pPr lvl="0"/>
            <a:r>
              <a:rPr lang="en-US" dirty="0" err="1"/>
              <a:t>Tidio</a:t>
            </a:r>
            <a:r>
              <a:rPr lang="en-US" dirty="0"/>
              <a:t> (free tier) </a:t>
            </a:r>
          </a:p>
          <a:p>
            <a:pPr lvl="0"/>
            <a:r>
              <a:rPr lang="en-US" dirty="0" err="1"/>
              <a:t>Crisp.chat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Landbot</a:t>
            </a:r>
            <a:r>
              <a:rPr lang="en-US" dirty="0"/>
              <a:t> (low cost) </a:t>
            </a:r>
          </a:p>
          <a:p>
            <a:r>
              <a:rPr lang="en-US" dirty="0"/>
              <a:t>Embed on a simple webpage:</a:t>
            </a:r>
          </a:p>
          <a:p>
            <a:pPr lvl="0"/>
            <a:r>
              <a:rPr lang="en-US" dirty="0"/>
              <a:t>“Request an Appointment” </a:t>
            </a:r>
          </a:p>
          <a:p>
            <a:pPr lvl="0"/>
            <a:r>
              <a:rPr lang="en-US" dirty="0"/>
              <a:t>Conversational flow: </a:t>
            </a:r>
          </a:p>
          <a:p>
            <a:pPr lvl="1"/>
            <a:r>
              <a:rPr lang="en-US" dirty="0"/>
              <a:t>“What brings you in?” </a:t>
            </a:r>
          </a:p>
          <a:p>
            <a:pPr lvl="1"/>
            <a:r>
              <a:rPr lang="en-US" dirty="0"/>
              <a:t>“Which clinic do you need?” </a:t>
            </a:r>
          </a:p>
          <a:p>
            <a:r>
              <a:rPr lang="en-US" dirty="0"/>
              <a:t>Then send responses → Google Sheet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23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664C-B8D6-54C6-2234-AF6E104B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Apply “AI-like” logic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68D6E-E29B-3E42-450C-4E125DBB3C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8382000" cy="4575175"/>
          </a:xfrm>
        </p:spPr>
        <p:txBody>
          <a:bodyPr/>
          <a:lstStyle/>
          <a:p>
            <a:r>
              <a:rPr lang="en-US" dirty="0"/>
              <a:t>In your Google Sheet, add logic columns:</a:t>
            </a:r>
          </a:p>
          <a:p>
            <a:pPr lvl="0"/>
            <a:r>
              <a:rPr lang="en-US" dirty="0"/>
              <a:t>If “chest pain” → flag = urgent </a:t>
            </a:r>
          </a:p>
          <a:p>
            <a:pPr lvl="0"/>
            <a:r>
              <a:rPr lang="en-US" dirty="0"/>
              <a:t>If “headache + neuro” → neurology queue </a:t>
            </a:r>
          </a:p>
          <a:p>
            <a:pPr lvl="0"/>
            <a:r>
              <a:rPr lang="en-US" dirty="0"/>
              <a:t>If “routine checkup” → PCP </a:t>
            </a:r>
          </a:p>
          <a:p>
            <a:pPr lvl="0"/>
            <a:r>
              <a:rPr lang="en-US" dirty="0"/>
              <a:t>Use simple formulas OR </a:t>
            </a:r>
          </a:p>
          <a:p>
            <a:pPr lvl="0"/>
            <a:r>
              <a:rPr lang="en-US" dirty="0"/>
              <a:t>Zapier / Make (free tiers)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89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6411-981F-746E-ED89-4AD4941E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Solve No-Shows + Cancellations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4D466-E7D7-53C3-FD1E-1B06F3A50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9448800" cy="4575175"/>
          </a:xfrm>
        </p:spPr>
        <p:txBody>
          <a:bodyPr/>
          <a:lstStyle/>
          <a:p>
            <a:r>
              <a:rPr lang="en-US" b="1" dirty="0"/>
              <a:t>Fix with:</a:t>
            </a:r>
            <a:endParaRPr lang="en-US" sz="2000" dirty="0"/>
          </a:p>
          <a:p>
            <a:pPr lvl="0"/>
            <a:r>
              <a:rPr lang="en-US" dirty="0"/>
              <a:t>Automated SMS reminders (24–48 </a:t>
            </a:r>
            <a:r>
              <a:rPr lang="en-US" dirty="0" err="1"/>
              <a:t>hrs</a:t>
            </a:r>
            <a:r>
              <a:rPr lang="en-US" dirty="0"/>
              <a:t> before) </a:t>
            </a:r>
          </a:p>
          <a:p>
            <a:pPr lvl="0"/>
            <a:r>
              <a:rPr lang="en-US" dirty="0"/>
              <a:t>Include: </a:t>
            </a:r>
          </a:p>
          <a:p>
            <a:pPr lvl="1"/>
            <a:r>
              <a:rPr lang="en-US" dirty="0"/>
              <a:t>“Reply C to cancel” </a:t>
            </a:r>
          </a:p>
          <a:p>
            <a:r>
              <a:rPr lang="en-US" dirty="0"/>
              <a:t>Then:</a:t>
            </a:r>
          </a:p>
          <a:p>
            <a:pPr lvl="0"/>
            <a:r>
              <a:rPr lang="en-US" dirty="0"/>
              <a:t>Automatically move patient → waitlist </a:t>
            </a:r>
          </a:p>
          <a:p>
            <a:pPr lvl="0"/>
            <a:r>
              <a:rPr lang="en-US" dirty="0"/>
              <a:t>Offer slot to next patient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69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299E-CF2A-7495-2D25-B50907A3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Suggested Final Workflow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94002-F2D8-C510-120A-50C227329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9906000" cy="4575175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Patient: </a:t>
            </a:r>
          </a:p>
          <a:p>
            <a:pPr lvl="1"/>
            <a:r>
              <a:rPr lang="en-US" dirty="0"/>
              <a:t>Fills form OR chatbot OR calls (volunteer fills form) </a:t>
            </a:r>
          </a:p>
          <a:p>
            <a:pPr lvl="0"/>
            <a:r>
              <a:rPr lang="en-US" dirty="0"/>
              <a:t>Data: </a:t>
            </a:r>
          </a:p>
          <a:p>
            <a:pPr lvl="1"/>
            <a:r>
              <a:rPr lang="en-US" dirty="0"/>
              <a:t>Goes → Google Sheet (central database) </a:t>
            </a:r>
          </a:p>
          <a:p>
            <a:pPr lvl="0"/>
            <a:r>
              <a:rPr lang="en-US" dirty="0"/>
              <a:t>System: </a:t>
            </a:r>
          </a:p>
          <a:p>
            <a:pPr lvl="1"/>
            <a:r>
              <a:rPr lang="en-US" dirty="0"/>
              <a:t>Auto-tags urgency + specialty </a:t>
            </a:r>
          </a:p>
          <a:p>
            <a:pPr lvl="0"/>
            <a:r>
              <a:rPr lang="en-US" dirty="0"/>
              <a:t>Staff: </a:t>
            </a:r>
          </a:p>
          <a:p>
            <a:pPr lvl="1"/>
            <a:r>
              <a:rPr lang="en-US" dirty="0"/>
              <a:t>Reviews queue </a:t>
            </a:r>
          </a:p>
          <a:p>
            <a:pPr lvl="0"/>
            <a:r>
              <a:rPr lang="en-US" dirty="0"/>
              <a:t>Providers: </a:t>
            </a:r>
          </a:p>
          <a:p>
            <a:pPr lvl="1"/>
            <a:r>
              <a:rPr lang="en-US" dirty="0"/>
              <a:t>Submit availability </a:t>
            </a:r>
          </a:p>
          <a:p>
            <a:pPr lvl="0"/>
            <a:r>
              <a:rPr lang="en-US" dirty="0"/>
              <a:t>Staff: </a:t>
            </a:r>
          </a:p>
          <a:p>
            <a:pPr lvl="1"/>
            <a:r>
              <a:rPr lang="en-US" dirty="0"/>
              <a:t>Releases slots → SMS blast to matched patients </a:t>
            </a:r>
          </a:p>
          <a:p>
            <a:pPr lvl="0"/>
            <a:r>
              <a:rPr lang="en-US" dirty="0"/>
              <a:t>Patient: </a:t>
            </a:r>
          </a:p>
          <a:p>
            <a:pPr lvl="1"/>
            <a:r>
              <a:rPr lang="en-US" dirty="0"/>
              <a:t>Confirms → THEN enters into Athena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78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16x9</Template>
  <TotalTime>44</TotalTime>
  <Words>700</Words>
  <Application>Microsoft Macintosh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Franklin Gothic Medium</vt:lpstr>
      <vt:lpstr>Medical Design 16x9</vt:lpstr>
      <vt:lpstr>Patient Scheduling at Shifa Clinic </vt:lpstr>
      <vt:lpstr>Current Workflow</vt:lpstr>
      <vt:lpstr>Shifa Clinic Days, Locations, Hours &amp; Census</vt:lpstr>
      <vt:lpstr>Clinics/Specialties: </vt:lpstr>
      <vt:lpstr>Issues/Problems: </vt:lpstr>
      <vt:lpstr>Issues/Problems: </vt:lpstr>
      <vt:lpstr>Goal: To seek pleasure of Allah SWT</vt:lpstr>
      <vt:lpstr>Proposed/Requested Solutions:</vt:lpstr>
      <vt:lpstr>AI-Powered "Request-Only" Portals </vt:lpstr>
      <vt:lpstr>AI Medical Receptionists (Phone-to-Waitlist) </vt:lpstr>
      <vt:lpstr>Add “Light AI” Without Paying for Platforms </vt:lpstr>
      <vt:lpstr>Apply “AI-like” logic </vt:lpstr>
      <vt:lpstr>Solve No-Shows + Cancellations</vt:lpstr>
      <vt:lpstr>Suggested Final Workflow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Chaudhry, Abrar</dc:creator>
  <cp:lastModifiedBy>Chaudhry, Abrar</cp:lastModifiedBy>
  <cp:revision>4</cp:revision>
  <dcterms:created xsi:type="dcterms:W3CDTF">2026-04-29T02:28:03Z</dcterms:created>
  <dcterms:modified xsi:type="dcterms:W3CDTF">2026-04-29T03:14:09Z</dcterms:modified>
</cp:coreProperties>
</file>